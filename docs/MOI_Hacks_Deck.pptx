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 HACKS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Future of Participant-Centric Blockchain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Mini-Hackathon  |  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Blockchain?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14600" cy="25603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1460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Ledger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many computers keep in sync — no single owner, no single point of failure.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514600" cy="25603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188720"/>
            <a:ext cx="251460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Without Middlemen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920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(cryptography) replaces banks, notaries, and gatekeepers. Code is the law.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14600" cy="25603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1460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History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recorded, data can't be altered. Every action leaves a permanent, auditable trail.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Google Docs, but for money — and nobody can delete your edits.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Ethereum's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the bank. You don't own your tokens — the contract SAYS you own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754880" cy="3017520"/>
          </a:xfrm>
          <a:prstGeom prst="rectangle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ERC20 — Contract-Centric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mapping(address =&gt; uint256) _balances;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transfer(to, amount)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_balances[msg.sender] -= amount;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_balances[to]         += amount;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rows in a spreadsheet change.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Nothing actually "moved."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1417320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472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Contract-Centric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 lives inside the contract, not with you.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40680" y="2167128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= msg.sender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 address. No history, no context, no reputation.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2916936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Transfers = Ledger Edits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change in a spreadsheet. Nothing moves.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3666744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tokens = 10 contracts holding your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MOI: Participant-Centric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MOI, YOU are the bank. State lives with YOU, not inside a contract.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754880" cy="3017520"/>
          </a:xfrm>
          <a:prstGeom prst="rectangle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MAS0 Token — Cocolang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 Asset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persistent: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balance U64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invokable Transfer(to, amount):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mutate bal &lt;- Asset.State.balance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 = bal - amount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mutate bal -&gt; Asset.State.balance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state. YOUR balance. YOUR control.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1417320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472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Participant-Centric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WITH you. Your balance is yours, always.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40680" y="2167128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Identity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knows who you are — history, reputation, context.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2916936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Ownership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actually move between participants.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3666744"/>
            <a:ext cx="3291840" cy="658368"/>
          </a:xfrm>
          <a:prstGeom prst="rectangl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assets in one place — your participant state.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5486400" cy="2286000"/>
          </a:xfrm>
          <a:prstGeom prst="rectangl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1097280"/>
            <a:ext cx="4937760" cy="19202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03120" y="1097280"/>
            <a:ext cx="493776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1280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MOI dApp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Cocolang logic walkthrough (asset.coco)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js-moi-sdk deploy 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986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 to MOI testnet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4334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4334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Mint &amp; Transfer between participants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Voyage: MOI Explorer &amp; Faucet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toolkit for building on MOI testnet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25603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Explorer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tesseracts, interactions, and logics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participant state in real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logic deployments &amp; calls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voyage.moi.technology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25603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3840480" cy="54864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Testnet Faucet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testnet COCO tokens for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 and claim instantly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your interactions on testnet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voyage.moi.technology/faucet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&amp;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772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77724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Cocolang Docs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reference, tutorials, and examples for writing MOI logics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cocolang.dev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772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64008" cy="77724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js-moi-sdk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SDK for wallets, providers, logic deployment &amp; interaction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js-moi-sdk.docs.moi.technology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772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64008" cy="77724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 Docs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— participant-centricity, PISA, ISM, tesseracts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docs.moi.technology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8046720" cy="7772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840480"/>
            <a:ext cx="64008" cy="77724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224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examples, starter templates, and SDK source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github.com/moi-technology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Tracks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track. Build on MOI. Ship by March 31.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9260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56032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Exchange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token swap on MOI using participant-centric state. AMM, order book, or your own design — leverage participant identity to make trading smarter.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280160" cy="274320"/>
          </a:xfrm>
          <a:prstGeom prst="rectangl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MOI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560320" cy="29260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560320" cy="54864"/>
          </a:xfrm>
          <a:prstGeom prst="rectangle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233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Governance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governance system on MOI where voting power comes from participation, not just token holdings. Proposals, voting, execution — all participant-centric.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840480"/>
            <a:ext cx="1280160" cy="274320"/>
          </a:xfrm>
          <a:prstGeom prst="rectangle">
            <a:avLst/>
          </a:prstGeom>
          <a:solidFill>
            <a:srgbClr val="60A5F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MOI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560320" cy="29260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17320"/>
            <a:ext cx="2560320" cy="54864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00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Bridge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bridge between MOI and another chain. Design a mechanism where participant-centric state makes cross-chain transfers safer and more trustworthy.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1280160" cy="274320"/>
          </a:xfrm>
          <a:prstGeom prst="rectangle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MOI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36576"/>
          </a:xfrm>
          <a:prstGeom prst="rectangle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129844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 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+ Demo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Discord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98448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 17–31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to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office hours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298448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 31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README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demo video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80467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8046720" cy="54864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 with all source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problem, approach, how to run, team members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demo video (screen recording is fine)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the 3 tracks: DEX, DAO, or Bridge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65F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Hacks  |  March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the Discord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questions. Find teammates. Get office hours.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20116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2468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Discord invite QR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March 31,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MOI Hacks — Participant-Centric Hackathon</dc:title>
  <dc:subject>PptxGenJS Presentation</dc:subject>
  <dc:creator>MOI Hacks</dc:creator>
  <cp:lastModifiedBy>MOI Hacks</cp:lastModifiedBy>
  <cp:revision>1</cp:revision>
  <dcterms:created xsi:type="dcterms:W3CDTF">2026-03-16T17:25:52Z</dcterms:created>
  <dcterms:modified xsi:type="dcterms:W3CDTF">2026-03-16T17:25:52Z</dcterms:modified>
</cp:coreProperties>
</file>